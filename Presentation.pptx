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4"/>
  </p:sldMasterIdLst>
  <p:notesMasterIdLst>
    <p:notesMasterId r:id="rId9"/>
  </p:notesMasterIdLst>
  <p:sldIdLst>
    <p:sldId id="264" r:id="rId5"/>
    <p:sldId id="266" r:id="rId6"/>
    <p:sldId id="265" r:id="rId7"/>
    <p:sldId id="26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F39A418-C943-DD85-ADF2-615A2809C342}" name="Michaele Watts" initials="mlw" userId="Michaele Watts" providerId="None"/>
  <p188:author id="{010E4221-6F06-64E5-5214-772388C857B5}" name="Elizabeth Feldbruegge (ALLEGIS GROUP HOLDINGS INC)" initials="" userId="S::v-felizabeth@microsoft.com::ba5aea11-28e4-484d-8e49-c15efb1bd2e9" providerId="AD"/>
  <p188:author id="{98C28768-C62F-F64F-6347-87559A624ABE}" name="Kaila Orsucci" initials="K" userId="S::kaila@andersenconsultants.com::11b61a15-dbbf-4176-9673-5e6d6ac372ec" providerId="AD"/>
  <p188:author id="{9941987A-41B7-49AC-EE6E-03F2D0BD95BA}" name="Daria Naidenov" initials="DN" userId="S::danaidenov@microsoft.com::ab38ab5f-bdf0-4774-ae5a-d2782abb2027" providerId="AD"/>
  <p188:author id="{05079B93-9652-6626-7181-414354FAD15D}" name="Sher Dionisio" initials="SD" userId="Sher Dionisio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F76882-2BC4-4784-9118-B1E0ED50959A}" v="102" dt="2026-05-04T22:01:09.714"/>
  </p1510:revLst>
</p1510:revInfo>
</file>

<file path=ppt/tableStyles.xml><?xml version="1.0" encoding="utf-8"?>
<a:tblStyleLst xmlns:a="http://schemas.openxmlformats.org/drawingml/2006/main" def="{7E9639D4-E3E2-4D34-9284-5A2195B3D0D7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05" autoAdjust="0"/>
    <p:restoredTop sz="94521" autoAdjust="0"/>
  </p:normalViewPr>
  <p:slideViewPr>
    <p:cSldViewPr snapToGrid="0" showGuides="1">
      <p:cViewPr>
        <p:scale>
          <a:sx n="100" d="100"/>
          <a:sy n="100" d="100"/>
        </p:scale>
        <p:origin x="-110" y="-40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51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6FA5EA-0E1E-4764-B5B7-A47DCC3A898E}" type="datetimeFigureOut">
              <a:rPr lang="en-US" smtClean="0"/>
              <a:t>5/4/2026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C6B470-179D-4B95-8906-D61C195EFD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552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5/4/2026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1F8589-B640-4540-D0AD-2B0461CD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0601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6"/>
            <a:ext cx="10840626" cy="79051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880756"/>
            <a:ext cx="10840627" cy="455814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5/4/2026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144482-F463-E942-01AE-69DF54F41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482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7578674-8064-3B2C-DA7F-7E3D0B7E90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136" y="1095763"/>
            <a:ext cx="9598152" cy="414456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DABABE3-CA0A-1CAB-38CF-F3A5729B7D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240329"/>
            <a:ext cx="7769354" cy="101239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5/4/2026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DFFF1FC-CDE9-3B47-D073-3394D4D035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7761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CBFF047-7A6B-BC21-B7D8-F250A7B5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689380"/>
            <a:ext cx="7876287" cy="3614139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31F9B6D5-1061-6B04-A4A3-7F71A879F1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06113"/>
            <a:ext cx="7375466" cy="101239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099C91B-9803-3812-63A6-5705DB9FE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2DA3032-68CE-D997-667C-4C5C01E41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5/4/2026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C835D02-A0E8-5346-DE23-09C497D78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99E3101-0B78-A7AE-A693-73443263E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6626" y="4965465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6749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7C3FE82-1C77-7EDF-A1CD-DB107F252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4"/>
            <a:ext cx="10058400" cy="4021243"/>
          </a:xfrm>
        </p:spPr>
        <p:txBody>
          <a:bodyPr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5/4/2026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708D0FD-E68E-587F-ED5A-5140B6EE7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ubtitle 2">
            <a:extLst>
              <a:ext uri="{FF2B5EF4-FFF2-40B4-BE49-F238E27FC236}">
                <a16:creationId xmlns:a16="http://schemas.microsoft.com/office/drawing/2014/main" id="{65DB91C7-3013-1F4E-D55F-37E24A2C68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15728" cy="56692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lnSpc>
                <a:spcPct val="100000"/>
              </a:lnSpc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23612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8F708609-7047-A87D-944D-1FAA546F3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83B55518-9256-4E26-0E87-88DBBA9A44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481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BAD28B-DD56-4B56-883A-96608C765E28}" type="datetimeFigureOut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64158DF-756B-260C-69DA-D76C163B7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28614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697EF66-DC3D-B2CA-7F76-8D8A7ED29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8"/>
            <a:ext cx="8229600" cy="2621154"/>
          </a:xfrm>
        </p:spPr>
        <p:txBody>
          <a:bodyPr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0F2A94AC-5C1C-CE45-09E9-C80B1B71FA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3954" y="4431379"/>
            <a:ext cx="7611246" cy="1465254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19A73-9EF0-435E-951F-A4ACE59FBD85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2E6B14D-48CB-3652-5FBF-557B0DB0C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5188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7847" y="4676177"/>
            <a:ext cx="10835639" cy="131951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7847" y="6065134"/>
            <a:ext cx="10835639" cy="373766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1999" cy="446782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765164-0D02-5316-1845-119CB0111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571500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A2081-8ED6-0719-D0B6-2818D60193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1F47A-9B8B-A343-2C56-110E21331A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59CCC4-FA9E-2074-3142-5EBA62F91B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5764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08905" y="284481"/>
            <a:ext cx="4244009" cy="432031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8905" y="4827642"/>
            <a:ext cx="3916294" cy="103366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967075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08906" y="6438900"/>
            <a:ext cx="2351783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80C9AB94-8F6E-3F2E-B012-AADB80E5486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A6CE1C-3B05-36AC-25B7-6050ED0CB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0093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736010" cy="284556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729915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617785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F8C2BF2-38FB-0598-A4BE-DD111229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438900"/>
            <a:ext cx="1714301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5A41BBAF-5441-8512-B575-2EB961DD48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9401810-4A83-D1CF-00A6-76F622C7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739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1055" y="1111101"/>
            <a:ext cx="4179762" cy="393598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1688" y="5190622"/>
            <a:ext cx="4179762" cy="1095877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46DF655-18E5-0F01-A30A-A66220E093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84BF6-8944-BCD9-907F-19E062A93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1689" y="6430037"/>
            <a:ext cx="2604618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0A1EB0B-7080-C0FF-A599-2F24CE797B3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786513" y="6430037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9E47F5A-D737-9005-3896-E6383830C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59381" y="6430037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00050" y="0"/>
            <a:ext cx="6691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6220620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1A7175-8061-E7CC-68E4-2B3CECB6C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90244"/>
            <a:ext cx="10037064" cy="5159257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BAD28B-DD56-4B56-883A-96608C765E28}" type="datetimeFigureOut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A5A591-C2D3-D6A3-432F-2C1371951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07787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916BDA-9E36-8180-7EBC-AC2A35C79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0940" y="1088702"/>
            <a:ext cx="8479072" cy="139555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2AF672E-4752-50B9-9301-C8042FD003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669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/>
            </a:lvl1pPr>
            <a:lvl2pPr marL="685800" indent="-457200">
              <a:lnSpc>
                <a:spcPct val="100000"/>
              </a:lnSpc>
              <a:buFont typeface="+mj-lt"/>
              <a:buAutoNum type="arabicPeriod"/>
              <a:defRPr sz="2000"/>
            </a:lvl2pPr>
            <a:lvl3pPr marL="800100" indent="-342900">
              <a:lnSpc>
                <a:spcPct val="100000"/>
              </a:lnSpc>
              <a:buFont typeface="+mj-lt"/>
              <a:buAutoNum type="arabicPeriod"/>
              <a:defRPr sz="2000"/>
            </a:lvl3pPr>
            <a:lvl4pPr marL="1028700" indent="-342900">
              <a:lnSpc>
                <a:spcPct val="100000"/>
              </a:lnSpc>
              <a:buFont typeface="+mj-lt"/>
              <a:buAutoNum type="arabicPeriod"/>
              <a:defRPr sz="2000"/>
            </a:lvl4pPr>
            <a:lvl5pPr marL="1257300" indent="-342900">
              <a:lnSpc>
                <a:spcPct val="100000"/>
              </a:lnSpc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B404-9532-4DA8-8A40-EC339A5BE635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65070F-FB67-7572-2807-986A25537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1217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88136"/>
            <a:ext cx="5749392" cy="155448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6" y="2651760"/>
            <a:ext cx="5749392" cy="3694176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System Font Regular"/>
              <a:buChar char="-"/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0940" y="6438900"/>
            <a:ext cx="3915404" cy="4191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06344" y="6438900"/>
            <a:ext cx="1126120" cy="419100"/>
          </a:xfrm>
        </p:spPr>
        <p:txBody>
          <a:bodyPr/>
          <a:lstStyle/>
          <a:p>
            <a:fld id="{8A60B404-9532-4DA8-8A40-EC339A5BE635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32464" y="6438900"/>
            <a:ext cx="705064" cy="4191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4B52E79-E470-1B1A-EADF-94DA7253B3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315200" y="0"/>
            <a:ext cx="48768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C1AE97-7274-F222-2135-C3524958A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14183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87999" y="405240"/>
            <a:ext cx="5916508" cy="1819662"/>
          </a:xfrm>
        </p:spPr>
        <p:txBody>
          <a:bodyPr anchor="b">
            <a:normAutofit/>
          </a:bodyPr>
          <a:lstStyle>
            <a:lvl1pPr>
              <a:defRPr sz="8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4565591" cy="68580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88000" y="2481119"/>
            <a:ext cx="5916507" cy="3394364"/>
          </a:xfrm>
        </p:spPr>
        <p:txBody>
          <a:bodyPr anchor="b">
            <a:normAutofit/>
          </a:bodyPr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/>
            </a:lvl1pPr>
            <a:lvl2pPr marL="571500" indent="-342900">
              <a:lnSpc>
                <a:spcPct val="100000"/>
              </a:lnSpc>
              <a:buFont typeface="+mj-lt"/>
              <a:buAutoNum type="arabicPeriod"/>
              <a:defRPr sz="2000"/>
            </a:lvl2pPr>
            <a:lvl3pPr marL="800100" indent="-342900">
              <a:lnSpc>
                <a:spcPct val="100000"/>
              </a:lnSpc>
              <a:buFont typeface="+mj-lt"/>
              <a:buAutoNum type="arabicPeriod"/>
              <a:defRPr sz="2000"/>
            </a:lvl3pPr>
            <a:lvl4pPr marL="1028700" indent="-342900">
              <a:lnSpc>
                <a:spcPct val="100000"/>
              </a:lnSpc>
              <a:buFont typeface="+mj-lt"/>
              <a:buAutoNum type="arabicPeriod"/>
              <a:defRPr sz="2000"/>
            </a:lvl4pPr>
            <a:lvl5pPr>
              <a:lnSpc>
                <a:spcPct val="100000"/>
              </a:lnSpc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F50F4DE-D5C9-EDEE-A6C1-8053893B1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E02C9ED-7E7F-43D6-3567-8A7D0DC86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88000" y="6438900"/>
            <a:ext cx="3972690" cy="4191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94369780-1787-623B-A3F0-C72DED32992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9B34B61-93E0-16E5-3DE1-0085D9CB4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3618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A8E2B0F-68B7-6425-620F-3E3285F51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4"/>
            <a:ext cx="4659277" cy="16698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BB16B-437E-D6AB-E317-2BE63ABCB1E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44588" y="1090244"/>
            <a:ext cx="4680612" cy="1670050"/>
          </a:xfrm>
        </p:spPr>
        <p:txBody>
          <a:bodyPr/>
          <a:lstStyle>
            <a:lvl1pPr>
              <a:lnSpc>
                <a:spcPct val="100000"/>
              </a:lnSpc>
              <a:buFontTx/>
              <a:buNone/>
              <a:defRPr baseline="0"/>
            </a:lvl1pPr>
            <a:lvl2pPr marL="228600" indent="0">
              <a:lnSpc>
                <a:spcPct val="100000"/>
              </a:lnSpc>
              <a:buFontTx/>
              <a:buNone/>
              <a:defRPr baseline="0"/>
            </a:lvl2pPr>
            <a:lvl3pPr marL="457200" indent="0">
              <a:lnSpc>
                <a:spcPct val="100000"/>
              </a:lnSpc>
              <a:buFontTx/>
              <a:buNone/>
              <a:defRPr baseline="0"/>
            </a:lvl3pPr>
            <a:lvl4pPr marL="685800" indent="0">
              <a:lnSpc>
                <a:spcPct val="100000"/>
              </a:lnSpc>
              <a:buFontTx/>
              <a:buNone/>
              <a:defRPr baseline="0"/>
            </a:lvl4pPr>
            <a:lvl5pPr marL="914400" indent="0">
              <a:lnSpc>
                <a:spcPct val="100000"/>
              </a:lnSpc>
              <a:buFontTx/>
              <a:buNone/>
              <a:defRPr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7FC12-63BB-4A63-9424-BFBF8E1D71D9}" type="datetime1">
              <a:rPr lang="en-US" smtClean="0"/>
              <a:t>5/4/2026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6FBA52A-0B44-31D0-A581-D65241A30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84131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76" y="1114856"/>
            <a:ext cx="3493858" cy="345689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63141" y="1115290"/>
            <a:ext cx="5862059" cy="346121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A7FA5-AD20-4A92-9D35-3CC6CFA49E64}" type="datetime1">
              <a:rPr lang="en-US" smtClean="0"/>
              <a:t>5/4/2026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8C9ED00-129A-337D-199B-933973FFF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2163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76" y="1114856"/>
            <a:ext cx="3923455" cy="40835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4612" y="1115290"/>
            <a:ext cx="5809713" cy="51712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AB700-8552-46A0-B700-5DA0068ADBFC}" type="datetime1">
              <a:rPr lang="en-US" smtClean="0"/>
              <a:t>5/4/2026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54F329-E63B-9F25-4E06-2E98A6453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84715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733" y="1119386"/>
            <a:ext cx="3496147" cy="4940661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63418" y="1119386"/>
            <a:ext cx="6242849" cy="4940661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2AD61-D199-4B74-B80B-2001400510FA}" type="datetime1">
              <a:rPr lang="en-US" smtClean="0"/>
              <a:t>5/4/2026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17C024E-BDA9-596A-880A-BD5A17F5C7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06072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01" y="1114655"/>
            <a:ext cx="2771326" cy="367555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4532" y="1129145"/>
            <a:ext cx="7794231" cy="515735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D9374-B0AF-43C5-90A8-C409C7D54B55}" type="datetime1">
              <a:rPr lang="en-US" smtClean="0"/>
              <a:t>5/4/2026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47F2C9-46DC-B902-E883-CE0360E6D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04129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788" y="1111101"/>
            <a:ext cx="6339412" cy="114300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FB7CB50-241E-E6B6-1C0E-1B5466B147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45065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1C94DDD-A7D7-1407-F63C-F296AB4542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85787" y="2402887"/>
            <a:ext cx="6339414" cy="388361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3871FB-7459-8C2E-BA80-AD31AE855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04282-04A3-1CE1-50A4-AF83D0D4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5788" y="6438900"/>
            <a:ext cx="4774902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CA12AEFE-D7DE-804A-807C-704D5B34E13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293909-C7AB-A707-F48B-6007FE72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9192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780" y="1111101"/>
            <a:ext cx="6339541" cy="11430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907" y="2402887"/>
            <a:ext cx="6339414" cy="388361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94E29EC-6D85-E8CA-F571-29C2977980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F623F8-148C-BF68-DC1B-B1261EF2B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781" y="6438900"/>
            <a:ext cx="4775030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339383-0924-E735-8737-2CFD7A1D40E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963017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79924-70A9-325D-5C94-812F30484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35885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85414" y="0"/>
            <a:ext cx="45065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0498344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991" y="1112104"/>
            <a:ext cx="7321615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189CF27-6D02-DB0D-F5D1-1535F147916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373ED08-D584-FD0F-C5B0-EF4E07A0D8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76075" y="2187258"/>
            <a:ext cx="7349126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906524-8E7E-05A8-4F9E-A2C39750A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56971-28FA-FA33-0A85-0B851EA7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6076" y="6438900"/>
            <a:ext cx="5784614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04B437D-29C2-D3ED-BEFA-E1F868B0FB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EB108D-6128-5356-6097-7D1D1055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4964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94" y="1112104"/>
            <a:ext cx="7343564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3393" y="2187258"/>
            <a:ext cx="7343565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039FC6-F740-7D02-FD07-5B1B076DC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66571-786A-B2D2-4FC3-C22E71C2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3394" y="6438900"/>
            <a:ext cx="5779054" cy="4191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324A0C0-9CB0-6208-0780-67E3C7F2C02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962654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7421E2-5EEC-7791-DBEE-600FF517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35522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1964118-5CFA-FFA8-E19F-A107D63DDC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665559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5233320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6751" y="1115736"/>
            <a:ext cx="4738450" cy="1283986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F01DFFF1-3C5B-AB29-A606-DE565287222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E2816D63-0E0C-C808-4BF8-6A562C18459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86751" y="2552124"/>
            <a:ext cx="4738450" cy="373437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4FCA30A-9E9D-9618-76A9-8B4CFF8E3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36C1912-E3D3-9A9F-E1CD-E0E6FFC24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6752" y="6438900"/>
            <a:ext cx="3173938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8D67CAFB-8059-63E5-52A8-1184092A0F3D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2D5E22B-CB25-9948-A8AA-BACF7E422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3282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066" y="1115736"/>
            <a:ext cx="4738583" cy="1288169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92" y="2552124"/>
            <a:ext cx="4738450" cy="37343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4581EB-7A5A-925D-6E20-5C04A0EAA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84EA123-AEAB-8F33-C22D-31F9F11A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88066" y="6438900"/>
            <a:ext cx="3174065" cy="4191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A2FCA56-AA13-81B1-1707-7A5D7557B5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352338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58A8E3-C7AA-9216-35FD-FE820598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5206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83022179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1355" y="1111101"/>
            <a:ext cx="3813845" cy="1493861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F6B569F2-50A1-6E37-5081-6843927083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699976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7B790101-D67D-E697-E691-37D8E802AC8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7311355" y="2700671"/>
            <a:ext cx="3813846" cy="358583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4F1FBBF-D97E-831B-C809-27FFA2160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56D6AD1-4AB5-D3E4-10D2-9E53DB2CC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1355" y="6438900"/>
            <a:ext cx="2249334" cy="4191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9760FBEC-EA46-6A15-284D-4BBD1E04A1B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19DC249-6449-71C0-F0A2-E5A28E55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72233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96" y="1111101"/>
            <a:ext cx="3813845" cy="1493863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8397" y="2700671"/>
            <a:ext cx="3813846" cy="358583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A796DD-1556-39E2-B5E4-90C1C245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13B13-BCC2-B853-769C-4BC6A57D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95" y="6438900"/>
            <a:ext cx="2249335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9915D6C-CE56-12D3-C15C-C56B3EFEA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37937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3F576B-887C-7B84-0990-9143EA6C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0805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92232" y="0"/>
            <a:ext cx="699976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1704586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75ACA1F-D859-596B-9F50-F1E9A265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894207" y="1112431"/>
            <a:ext cx="3230993" cy="1858941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A43D9F3-C10E-5B48-BB59-16A8600BD3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7481777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E10F120-2F5B-B2FD-DB40-683E6176C3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01280" y="3133255"/>
            <a:ext cx="322392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A12B08-97E1-66BD-9B69-377E28512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ACEEC7-E0DC-ABF5-188B-5636A17B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94207" y="6438900"/>
            <a:ext cx="1666482" cy="4191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D0A24C6D-468E-EAE9-2363-772EA5E51D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C85811-EF51-7552-5F12-17748D28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91096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746" y="1112431"/>
            <a:ext cx="3230992" cy="1858941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2741" y="3133255"/>
            <a:ext cx="322392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C26608-3419-7FD3-1CD3-EB1EF59774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FF5E252-7CD5-70EF-A3E5-C079B418E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1746" y="6438900"/>
            <a:ext cx="1656002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7204A7B0-14BD-7B7E-62AF-3685F9B4BFE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837954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3A8D2A5-F36B-C5DD-6ABC-6D69A63EF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10822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10223" y="0"/>
            <a:ext cx="7481777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44920677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132" y="4454843"/>
            <a:ext cx="2734129" cy="198882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6911"/>
            <a:ext cx="12192000" cy="413645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36199" y="4454843"/>
            <a:ext cx="7579766" cy="198882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CF35F03-6B82-7805-3568-C459D0906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4569435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66ECED-4F66-9F69-9550-8AEE33E6913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1D64763-04B8-333B-5679-3D29011ED73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6F9DBBC-106A-8C73-CFE2-A01128FF9A7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032448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324" y="3987802"/>
            <a:ext cx="3044954" cy="230978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5935" y="3987802"/>
            <a:ext cx="7460029" cy="230978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699AE1-DA01-C4DA-C5BE-8DD9BE13F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41150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3F0BC-3C5E-8E58-AFDC-804E1C1C76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E5C888-EE74-5D59-47AA-40A53F6001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4CA46-7ABA-FF39-20BD-C83B4F6D95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38830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305" y="1111141"/>
            <a:ext cx="3021873" cy="1926781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94288" y="1033272"/>
            <a:ext cx="7188111" cy="239572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EACFAF5-0970-68B5-D05E-9879C8497D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8A30E2-3F57-8F47-602F-5C227671949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088136" y="3498930"/>
            <a:ext cx="8562760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C29AEB-6392-7627-D3BB-B1FE7ADEE1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349893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5316922-C670-FE33-CD5C-8173F749255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523764" y="3498930"/>
            <a:ext cx="601436" cy="419100"/>
          </a:xfrm>
        </p:spPr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DB92F6E-55FC-C88B-734D-26D3B9923E6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914863"/>
            <a:ext cx="12192000" cy="2943138"/>
          </a:xfrm>
          <a:custGeom>
            <a:avLst/>
            <a:gdLst>
              <a:gd name="connsiteX0" fmla="*/ 0 w 12192000"/>
              <a:gd name="connsiteY0" fmla="*/ 0 h 3221477"/>
              <a:gd name="connsiteX1" fmla="*/ 12192000 w 12192000"/>
              <a:gd name="connsiteY1" fmla="*/ 0 h 3221477"/>
              <a:gd name="connsiteX2" fmla="*/ 12192000 w 12192000"/>
              <a:gd name="connsiteY2" fmla="*/ 3221477 h 3221477"/>
              <a:gd name="connsiteX3" fmla="*/ 0 w 12192000"/>
              <a:gd name="connsiteY3" fmla="*/ 3221477 h 3221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221477">
                <a:moveTo>
                  <a:pt x="0" y="0"/>
                </a:moveTo>
                <a:lnTo>
                  <a:pt x="12192000" y="0"/>
                </a:lnTo>
                <a:lnTo>
                  <a:pt x="12192000" y="3221477"/>
                </a:lnTo>
                <a:lnTo>
                  <a:pt x="0" y="322147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95745021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8DD8E17-974D-2F0F-D2EF-4321ADF69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0990"/>
            <a:ext cx="10477320" cy="96926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B30C58BE-F380-22BA-CA7C-FB2B96D7853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0940" y="2286008"/>
            <a:ext cx="4876515" cy="403396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F998679-00B4-E130-BD79-0313E0E76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71E0CB0C-BB20-9ACF-5731-283BD5D23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0941" y="6438900"/>
            <a:ext cx="3312004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17475061-2831-1993-95F3-3031A57F145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493151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A14588C-2112-9C19-7A4F-970675631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66019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A5194B-746E-D0FD-A7D1-71D10560BCC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2286008"/>
            <a:ext cx="6096000" cy="4571992"/>
          </a:xfrm>
          <a:custGeom>
            <a:avLst/>
            <a:gdLst>
              <a:gd name="connsiteX0" fmla="*/ 0 w 5560101"/>
              <a:gd name="connsiteY0" fmla="*/ 0 h 4074407"/>
              <a:gd name="connsiteX1" fmla="*/ 5560101 w 5560101"/>
              <a:gd name="connsiteY1" fmla="*/ 0 h 4074407"/>
              <a:gd name="connsiteX2" fmla="*/ 5560101 w 5560101"/>
              <a:gd name="connsiteY2" fmla="*/ 4074407 h 4074407"/>
              <a:gd name="connsiteX3" fmla="*/ 0 w 5560101"/>
              <a:gd name="connsiteY3" fmla="*/ 4074407 h 4074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60101" h="4074407">
                <a:moveTo>
                  <a:pt x="0" y="0"/>
                </a:moveTo>
                <a:lnTo>
                  <a:pt x="5560101" y="0"/>
                </a:lnTo>
                <a:lnTo>
                  <a:pt x="5560101" y="4074407"/>
                </a:lnTo>
                <a:lnTo>
                  <a:pt x="0" y="407440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2422115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EC7A501-810E-43B8-6142-56CF2DD39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0990"/>
            <a:ext cx="10477320" cy="96926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FFBA175C-D562-25E3-032D-47754022366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0940" y="2286008"/>
            <a:ext cx="4876515" cy="403396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66CA4FE8-A575-44AF-2D37-5A551B6953F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2286008"/>
            <a:ext cx="5472260" cy="4033964"/>
          </a:xfrm>
          <a:custGeom>
            <a:avLst/>
            <a:gdLst>
              <a:gd name="connsiteX0" fmla="*/ 0 w 5560101"/>
              <a:gd name="connsiteY0" fmla="*/ 0 h 4074407"/>
              <a:gd name="connsiteX1" fmla="*/ 5560101 w 5560101"/>
              <a:gd name="connsiteY1" fmla="*/ 0 h 4074407"/>
              <a:gd name="connsiteX2" fmla="*/ 5560101 w 5560101"/>
              <a:gd name="connsiteY2" fmla="*/ 4074407 h 4074407"/>
              <a:gd name="connsiteX3" fmla="*/ 0 w 5560101"/>
              <a:gd name="connsiteY3" fmla="*/ 4074407 h 4074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60101" h="4074407">
                <a:moveTo>
                  <a:pt x="0" y="0"/>
                </a:moveTo>
                <a:lnTo>
                  <a:pt x="5560101" y="0"/>
                </a:lnTo>
                <a:lnTo>
                  <a:pt x="5560101" y="4074407"/>
                </a:lnTo>
                <a:lnTo>
                  <a:pt x="0" y="407440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62FC458-AD46-D16B-DA22-2B3ED9D3A2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A7B643-7883-8028-6ECF-5692E317138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881F55-F029-7591-FDF9-168F3C85A65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D88C49-7B47-A791-77EE-3E97DBBC9AC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72477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85BA164-9326-7934-95DF-A6AAB3F4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0990"/>
            <a:ext cx="10477320" cy="96926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2286008"/>
            <a:ext cx="6096000" cy="4571992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91745" y="2286008"/>
            <a:ext cx="4876515" cy="400049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0BF8A-7D94-1C82-F661-F1B7A93A4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8C72B-1D4E-3882-C750-7F965F6E7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691744" y="6438900"/>
            <a:ext cx="2959151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FA71-0863-B2C8-8E42-C0A1F133DC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C2E8-E8FC-5DC8-863C-CF7823CD4A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408376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C735FAB-6C69-9305-A8CD-D9A2ADB4C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0990"/>
            <a:ext cx="4194291" cy="1505157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0C28B273-3A6A-8E26-2D29-29957F83B5B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1100" y="2840181"/>
            <a:ext cx="4104132" cy="344631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263ECDE9-389D-5CB3-FE9B-8EFC501599B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571977" y="1120989"/>
            <a:ext cx="6143988" cy="516551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8FB4D-92F2-4C28-8BFC-2AE0229C3E9A}" type="datetime1">
              <a:rPr lang="en-US" smtClean="0"/>
              <a:t>5/4/2026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56A3193-AC76-4E78-CD10-F173CED7D4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818958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43CE06-05E5-2B64-1E1C-8F81B788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2200"/>
            <a:ext cx="3696859" cy="1505157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ADE1102-BF4C-FC7C-22F6-B8453DE3B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81100" y="2840181"/>
            <a:ext cx="3606699" cy="344631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C8ACD7F-7B34-5741-6323-6829CFDA10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3673" y="1122201"/>
            <a:ext cx="6602291" cy="51642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859A7-84EB-4384-87AF-59CC16704CF8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322A97-1C32-A52E-951B-60B114B30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351450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Lar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9AD5248-C0E5-8356-EB8F-904EDDA5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7304" y="4757193"/>
            <a:ext cx="6477896" cy="1126554"/>
          </a:xfrm>
        </p:spPr>
        <p:txBody>
          <a:bodyPr anchor="b">
            <a:normAutofit/>
          </a:bodyPr>
          <a:lstStyle>
            <a:lvl1pPr algn="r">
              <a:defRPr sz="2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F5F1C4-3BA4-0163-6A5F-9D95D58C7EA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" y="64008"/>
            <a:ext cx="12027408" cy="4600592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3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AD3D17-73C9-402C-91E7-BA73E6829C50}" type="datetime1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84DB20-94E7-1E79-B65B-67C6158DB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000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4848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Larg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0">
            <a:extLst>
              <a:ext uri="{FF2B5EF4-FFF2-40B4-BE49-F238E27FC236}">
                <a16:creationId xmlns:a16="http://schemas.microsoft.com/office/drawing/2014/main" id="{B6AA5ABE-1DAA-140F-061D-F98431F5F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 anchor="t">
            <a:normAutofit/>
          </a:bodyPr>
          <a:lstStyle>
            <a:lvl1pPr algn="ctr">
              <a:defRPr sz="2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C37BF13F-F73B-BAD2-4508-876DA49EFA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03504"/>
            <a:ext cx="10543032" cy="420624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2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77A7CDD-9512-40CC-9351-FC0DE186CFBD}" type="datetime1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6665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Larg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2BF491B-1AFE-7CD8-0B38-954C4D002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4297680"/>
            <a:ext cx="7525512" cy="1545336"/>
          </a:xfrm>
        </p:spPr>
        <p:txBody>
          <a:bodyPr anchor="b">
            <a:normAutofit/>
          </a:bodyPr>
          <a:lstStyle>
            <a:lvl1pPr>
              <a:defRPr sz="2000" b="0" cap="none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52FCE1AA-B772-B201-9710-EF4E78417EB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02790" y="417576"/>
            <a:ext cx="10713173" cy="3706364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2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3EFCC7-B7E8-4ABE-BBCB-C75FD27800CD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612899A-E63A-CD12-F97C-A2FA6094E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82567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86261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1039095"/>
            <a:ext cx="9418320" cy="507006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228600" indent="0">
              <a:lnSpc>
                <a:spcPct val="90000"/>
              </a:lnSpc>
              <a:buNone/>
              <a:defRPr sz="60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60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735E4-737B-43D4-B991-92C3D63DE68F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F2505C-CAED-34DC-7CD1-C57ADBBF9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07616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86261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1039095"/>
            <a:ext cx="9418320" cy="507006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000" b="1">
                <a:solidFill>
                  <a:schemeClr val="bg1"/>
                </a:solidFill>
              </a:defRPr>
            </a:lvl1pPr>
            <a:lvl2pPr marL="228600" indent="0">
              <a:lnSpc>
                <a:spcPct val="90000"/>
              </a:lnSpc>
              <a:buNone/>
              <a:defRPr sz="6000" b="1">
                <a:solidFill>
                  <a:schemeClr val="bg1"/>
                </a:solidFill>
              </a:defRPr>
            </a:lvl2pPr>
            <a:lvl3pPr marL="457200" indent="0">
              <a:lnSpc>
                <a:spcPct val="90000"/>
              </a:lnSpc>
              <a:buNone/>
              <a:defRPr sz="6000" b="1">
                <a:solidFill>
                  <a:schemeClr val="bg1"/>
                </a:solidFill>
              </a:defRPr>
            </a:lvl3pPr>
            <a:lvl4pPr marL="685800" indent="0">
              <a:lnSpc>
                <a:spcPct val="90000"/>
              </a:lnSpc>
              <a:buNone/>
              <a:defRPr sz="6000" b="1">
                <a:solidFill>
                  <a:schemeClr val="bg1"/>
                </a:solidFill>
              </a:defRPr>
            </a:lvl4pPr>
            <a:lvl5pPr marL="914400" indent="0">
              <a:lnSpc>
                <a:spcPct val="90000"/>
              </a:lnSpc>
              <a:buNone/>
              <a:defRPr sz="6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07735E4-737B-43D4-B991-92C3D63DE68F}" type="datetime1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E120EF-96AD-49A8-BA09-D58A87141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59911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BC837C73-FD1C-6BC3-42AE-E47123E0947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962895"/>
            <a:ext cx="9418320" cy="5070068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228600" indent="0">
              <a:lnSpc>
                <a:spcPct val="90000"/>
              </a:lnSpc>
              <a:buNone/>
              <a:defRPr sz="60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60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5EEC7-2B19-40F0-9B64-A564E832ADEB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9C237F4-1671-5EFD-3EAE-BEA28978B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121393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>
            <a:extLst>
              <a:ext uri="{FF2B5EF4-FFF2-40B4-BE49-F238E27FC236}">
                <a16:creationId xmlns:a16="http://schemas.microsoft.com/office/drawing/2014/main" id="{873E5EF9-EDC5-CB2D-000A-85BB4DB58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18360"/>
            <a:ext cx="10058400" cy="466345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2000" b="0" cap="none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5D1FFC6-C597-BE81-1790-A08954F44C4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250" y="63500"/>
            <a:ext cx="11977688" cy="5080000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sz="8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3035D-22A0-4334-A9AE-2457016C8B47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949BEA-90AC-BE5F-28A7-80D65BD19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64856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1792072-4C91-C8F5-8610-85D14AF776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18360"/>
            <a:ext cx="9229888" cy="466345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2000" b="0" cap="none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5C136A94-B9AF-C114-ADA5-F7C4F9C6BB4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824" y="1041245"/>
            <a:ext cx="9198864" cy="36576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6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D63035D-22A0-4334-A9AE-2457016C8B47}" type="datetime1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BBA1285-A10F-FAE9-76E3-2B86ABE5A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41949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623297E-8165-FAA9-BD47-048A40470A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18360"/>
            <a:ext cx="9229888" cy="466345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2000" b="0" cap="none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EB06CB5A-8941-99F2-1165-02A2756457A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824" y="1041245"/>
            <a:ext cx="9198864" cy="36576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6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F8418BD-2BA9-41CB-AB89-625779A7563D}" type="datetime1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E632116-9F85-9512-0994-6B728E080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97492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19132"/>
            <a:ext cx="9890066" cy="120459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5/4/2026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20CA7A-449A-6AC2-BFC5-17AF5007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401472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15329"/>
            <a:ext cx="9949455" cy="8388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5/4/2026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A35A86-E7F6-6593-119D-A6DC85581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57860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04100"/>
            <a:ext cx="9922764" cy="1294228"/>
          </a:xfrm>
        </p:spPr>
        <p:txBody>
          <a:bodyPr>
            <a:normAutofit/>
          </a:bodyPr>
          <a:lstStyle>
            <a:lvl1pPr>
              <a:defRPr sz="3600" cap="none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5/4/2026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CF7AFD-0570-B046-A2C2-3EFA8735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747622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5/4/2026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84535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A6BBA35-FE70-186E-0D41-43FF7DB18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14007"/>
            <a:ext cx="3595634" cy="175750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66776A3-4932-D86F-96CB-5A080182B2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0940" y="3151191"/>
            <a:ext cx="3595634" cy="3124195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F432AC3-A40E-E003-2947-B99A796F9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5706" y="1114007"/>
            <a:ext cx="6440258" cy="5161380"/>
          </a:xfr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00000"/>
              </a:lnSpc>
              <a:defRPr lang="en-US" dirty="0"/>
            </a:lvl1pPr>
            <a:lvl2pPr>
              <a:lnSpc>
                <a:spcPct val="100000"/>
              </a:lnSpc>
              <a:defRPr lang="en-US" dirty="0"/>
            </a:lvl2pPr>
            <a:lvl3pPr>
              <a:lnSpc>
                <a:spcPct val="100000"/>
              </a:lnSpc>
              <a:defRPr lang="en-US" dirty="0"/>
            </a:lvl3pPr>
            <a:lvl4pPr>
              <a:lnSpc>
                <a:spcPct val="100000"/>
              </a:lnSpc>
              <a:defRPr lang="en-US" dirty="0"/>
            </a:lvl4pPr>
            <a:lvl5pPr>
              <a:lnSpc>
                <a:spcPct val="100000"/>
              </a:lnSpc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B3EA1-DD0C-4B8D-8364-52024B4530F1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9DA9D5E-44AB-AC59-BF1B-0A23217D6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61571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7608BFB-2ED8-159F-6A27-89452808D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1098"/>
            <a:ext cx="3595634" cy="158566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CDE9255-016B-D7F7-ECF1-C39D5F73C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0940" y="2812473"/>
            <a:ext cx="3585586" cy="332892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1917ECD0-1364-5EE8-D8DC-C5D439E04572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576327" y="1143000"/>
            <a:ext cx="6139637" cy="499839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7344-9CC7-412D-8C20-072BE86D5A11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5600" y="6438900"/>
            <a:ext cx="609600" cy="4191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47B791B-0FFC-B470-22DF-BCA62BD98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964399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5"/>
            <a:ext cx="10627828" cy="2084551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19A5DD2-B3B3-D9BF-1A71-B20742D142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4" y="3276600"/>
            <a:ext cx="10627829" cy="31623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7987AA-E4E6-4FC1-BAD8-09A952212C58}" type="datetime1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CA1022-3377-EB7D-8261-EDD841636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03340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8430767" cy="1842020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06F55DC-E754-4B2B-C0AE-962C82565D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77213" y="4246692"/>
            <a:ext cx="8430639" cy="16080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43CF65F-0E21-48DE-8D75-4BF66A547E8E}" type="datetime1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829929-F774-AF4E-F1BE-2DA3C43D0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91013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CCD39DEB-067C-9D79-3029-F27DEA1D4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9"/>
            <a:ext cx="12015216" cy="3364989"/>
          </a:xfrm>
        </p:spPr>
        <p:txBody>
          <a:bodyPr anchor="t" anchorCtr="0">
            <a:noAutofit/>
          </a:bodyPr>
          <a:lstStyle>
            <a:lvl1pPr>
              <a:defRPr sz="80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06F55DC-E754-4B2B-C0AE-962C82565D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47304" y="3673928"/>
            <a:ext cx="6477896" cy="2180771"/>
          </a:xfrm>
        </p:spPr>
        <p:txBody>
          <a:bodyPr anchor="b">
            <a:noAutofit/>
          </a:bodyPr>
          <a:lstStyle>
            <a:lvl1pPr marL="0" indent="0" algn="r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228600" indent="0" algn="r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2pPr>
            <a:lvl3pPr marL="457200" indent="0" algn="r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3pPr>
            <a:lvl4pPr marL="685800" indent="0" algn="r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4pPr>
            <a:lvl5pPr marL="914400" indent="0" algn="r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43CF65F-0E21-48DE-8D75-4BF66A547E8E}" type="datetime1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3ED45B0-E181-14EB-63CB-0A76273817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0521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9359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119745"/>
            <a:ext cx="9922764" cy="4166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fld id="{2ABAD28B-DD56-4B56-883A-96608C765E28}" type="datetimeFigureOut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869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30" r:id="rId2"/>
    <p:sldLayoutId id="2147483726" r:id="rId3"/>
    <p:sldLayoutId id="2147483737" r:id="rId4"/>
    <p:sldLayoutId id="2147483728" r:id="rId5"/>
    <p:sldLayoutId id="2147483729" r:id="rId6"/>
    <p:sldLayoutId id="2147483738" r:id="rId7"/>
    <p:sldLayoutId id="2147483789" r:id="rId8"/>
    <p:sldLayoutId id="2147483818" r:id="rId9"/>
    <p:sldLayoutId id="2147483819" r:id="rId10"/>
    <p:sldLayoutId id="2147483820" r:id="rId11"/>
    <p:sldLayoutId id="2147483731" r:id="rId12"/>
    <p:sldLayoutId id="2147483743" r:id="rId13"/>
    <p:sldLayoutId id="2147483788" r:id="rId14"/>
    <p:sldLayoutId id="2147483792" r:id="rId15"/>
    <p:sldLayoutId id="2147483793" r:id="rId16"/>
    <p:sldLayoutId id="2147483794" r:id="rId17"/>
    <p:sldLayoutId id="2147483795" r:id="rId18"/>
    <p:sldLayoutId id="2147483796" r:id="rId19"/>
    <p:sldLayoutId id="2147483797" r:id="rId20"/>
    <p:sldLayoutId id="2147483816" r:id="rId21"/>
    <p:sldLayoutId id="2147483817" r:id="rId22"/>
    <p:sldLayoutId id="2147483814" r:id="rId23"/>
    <p:sldLayoutId id="2147483815" r:id="rId24"/>
    <p:sldLayoutId id="2147483812" r:id="rId25"/>
    <p:sldLayoutId id="2147483813" r:id="rId26"/>
    <p:sldLayoutId id="2147483811" r:id="rId27"/>
    <p:sldLayoutId id="2147483810" r:id="rId28"/>
    <p:sldLayoutId id="2147483809" r:id="rId29"/>
    <p:sldLayoutId id="2147483808" r:id="rId30"/>
    <p:sldLayoutId id="2147483807" r:id="rId31"/>
    <p:sldLayoutId id="2147483806" r:id="rId32"/>
    <p:sldLayoutId id="2147483805" r:id="rId33"/>
    <p:sldLayoutId id="2147483803" r:id="rId34"/>
    <p:sldLayoutId id="2147483804" r:id="rId35"/>
    <p:sldLayoutId id="2147483802" r:id="rId36"/>
    <p:sldLayoutId id="2147483801" r:id="rId37"/>
    <p:sldLayoutId id="2147483768" r:id="rId38"/>
    <p:sldLayoutId id="2147483769" r:id="rId39"/>
    <p:sldLayoutId id="2147483770" r:id="rId40"/>
    <p:sldLayoutId id="2147483771" r:id="rId41"/>
    <p:sldLayoutId id="2147483774" r:id="rId42"/>
    <p:sldLayoutId id="2147483800" r:id="rId43"/>
    <p:sldLayoutId id="2147483821" r:id="rId44"/>
    <p:sldLayoutId id="2147483775" r:id="rId45"/>
    <p:sldLayoutId id="2147483776" r:id="rId46"/>
    <p:sldLayoutId id="2147483778" r:id="rId47"/>
    <p:sldLayoutId id="2147483798" r:id="rId48"/>
    <p:sldLayoutId id="2147483799" r:id="rId49"/>
    <p:sldLayoutId id="2147483734" r:id="rId50"/>
    <p:sldLayoutId id="2147483782" r:id="rId51"/>
    <p:sldLayoutId id="2147483783" r:id="rId52"/>
    <p:sldLayoutId id="2147483784" r:id="rId53"/>
    <p:sldLayoutId id="2147483785" r:id="rId54"/>
    <p:sldLayoutId id="2147483786" r:id="rId55"/>
    <p:sldLayoutId id="2147483822" r:id="rId56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4">
          <p15:clr>
            <a:srgbClr val="F26B43"/>
          </p15:clr>
        </p15:guide>
        <p15:guide id="6" userDrawn="1">
          <p15:clr>
            <a:srgbClr val="F26B43"/>
          </p15:clr>
        </p15:guide>
        <p15:guide id="8" pos="6936">
          <p15:clr>
            <a:srgbClr val="F26B43"/>
          </p15:clr>
        </p15:guide>
        <p15:guide id="10" orient="horz" pos="720">
          <p15:clr>
            <a:srgbClr val="F26B43"/>
          </p15:clr>
        </p15:guide>
        <p15:guide id="14" pos="6624" userDrawn="1">
          <p15:clr>
            <a:srgbClr val="F26B43"/>
          </p15:clr>
        </p15:guide>
        <p15:guide id="22" orient="horz" pos="360">
          <p15:clr>
            <a:srgbClr val="F26B43"/>
          </p15:clr>
        </p15:guide>
        <p15:guide id="23" orient="horz" pos="3960" userDrawn="1">
          <p15:clr>
            <a:srgbClr val="F26B43"/>
          </p15:clr>
        </p15:guide>
        <p15:guide id="24" orient="horz" pos="2160" userDrawn="1">
          <p15:clr>
            <a:srgbClr val="F26B43"/>
          </p15:clr>
        </p15:guide>
        <p15:guide id="25" pos="7680" userDrawn="1">
          <p15:clr>
            <a:srgbClr val="F26B43"/>
          </p15:clr>
        </p15:guide>
        <p15:guide id="26" pos="3840" userDrawn="1">
          <p15:clr>
            <a:srgbClr val="F26B43"/>
          </p15:clr>
        </p15:guide>
        <p15:guide id="27" pos="6168" userDrawn="1">
          <p15:clr>
            <a:srgbClr val="F26B43"/>
          </p15:clr>
        </p15:guide>
        <p15:guide id="28" pos="672" userDrawn="1">
          <p15:clr>
            <a:srgbClr val="F26B43"/>
          </p15:clr>
        </p15:guide>
        <p15:guide id="29" pos="7008" userDrawn="1">
          <p15:clr>
            <a:srgbClr val="F26B43"/>
          </p15:clr>
        </p15:guide>
        <p15:guide id="30" orient="horz" pos="4056" userDrawn="1">
          <p15:clr>
            <a:srgbClr val="F26B43"/>
          </p15:clr>
        </p15:guide>
        <p15:guide id="31" orient="horz" pos="364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39981-DA40-D21F-B904-E50D9505F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71523-190F-8DC6-E562-0B00DA7D2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/>
          <a:lstStyle/>
          <a:p>
            <a:r>
              <a:rPr lang="en-US" dirty="0"/>
              <a:t>Harmony</a:t>
            </a:r>
            <a:br>
              <a:rPr lang="en-US" dirty="0"/>
            </a:br>
            <a:r>
              <a:rPr lang="en-US" dirty="0" err="1"/>
              <a:t>HUb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A44E73-E0C5-5975-D927-9F11100E52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/>
          <a:lstStyle/>
          <a:p>
            <a:r>
              <a:rPr lang="en-US"/>
              <a:t>By: Jonas Cook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409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5902E-D447-20F0-C8B4-FD46E68BD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INdex</a:t>
            </a:r>
            <a:r>
              <a:rPr lang="en-US" dirty="0"/>
              <a:t> and contact</a:t>
            </a:r>
          </a:p>
        </p:txBody>
      </p:sp>
      <p:pic>
        <p:nvPicPr>
          <p:cNvPr id="4" name="Content Placeholder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672B349B-95FB-DCEE-4FFD-B6143C2400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2845" y="1883223"/>
            <a:ext cx="4401178" cy="4114800"/>
          </a:xfrm>
          <a:prstGeom prst="rect">
            <a:avLst/>
          </a:prstGeom>
        </p:spPr>
      </p:pic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609D50D-E271-77EC-F6AA-718904B896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3904" y="1878903"/>
            <a:ext cx="4383371" cy="4133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949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776CE-E41B-96F6-DBC4-891FE71BD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Artist and browse artist </a:t>
            </a:r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36E511F-F030-8CA0-8337-802B0DF7EE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1479" y="2071113"/>
            <a:ext cx="4466540" cy="4114800"/>
          </a:xfrm>
          <a:prstGeom prst="rect">
            <a:avLst/>
          </a:prstGeom>
        </p:spPr>
      </p:pic>
      <p:pic>
        <p:nvPicPr>
          <p:cNvPr id="9" name="Picture 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4F65645-0F55-1C3A-410F-74DDF53F7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1942" y="2066794"/>
            <a:ext cx="3743073" cy="4123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177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B00E7-4D83-9717-C25A-C648C0039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Java</a:t>
            </a:r>
          </a:p>
        </p:txBody>
      </p:sp>
      <p:pic>
        <p:nvPicPr>
          <p:cNvPr id="4" name="Content Placeholder 3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8AC33495-564C-1220-D448-BBAC309BDA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7240" y="1883223"/>
            <a:ext cx="4550308" cy="4114800"/>
          </a:xfrm>
          <a:prstGeom prst="rect">
            <a:avLst/>
          </a:prstGeom>
        </p:spPr>
      </p:pic>
      <p:pic>
        <p:nvPicPr>
          <p:cNvPr id="5" name="Picture 4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070DE571-9B92-09BE-C6BC-E398D7597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740" y="1886210"/>
            <a:ext cx="5271370" cy="413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630503"/>
      </p:ext>
    </p:extLst>
  </p:cSld>
  <p:clrMapOvr>
    <a:masterClrMapping/>
  </p:clrMapOvr>
</p:sld>
</file>

<file path=ppt/theme/theme1.xml><?xml version="1.0" encoding="utf-8"?>
<a:theme xmlns:a="http://schemas.openxmlformats.org/drawingml/2006/main" name="Bjorn">
  <a:themeElements>
    <a:clrScheme name="Bjorn">
      <a:dk1>
        <a:srgbClr val="000000"/>
      </a:dk1>
      <a:lt1>
        <a:srgbClr val="FFFFFF"/>
      </a:lt1>
      <a:dk2>
        <a:srgbClr val="003474"/>
      </a:dk2>
      <a:lt2>
        <a:srgbClr val="EFE6EB"/>
      </a:lt2>
      <a:accent1>
        <a:srgbClr val="28AE70"/>
      </a:accent1>
      <a:accent2>
        <a:srgbClr val="AC9E0C"/>
      </a:accent2>
      <a:accent3>
        <a:srgbClr val="EF3475"/>
      </a:accent3>
      <a:accent4>
        <a:srgbClr val="8961F3"/>
      </a:accent4>
      <a:accent5>
        <a:srgbClr val="11ADD3"/>
      </a:accent5>
      <a:accent6>
        <a:srgbClr val="E78813"/>
      </a:accent6>
      <a:hlink>
        <a:srgbClr val="CD45C3"/>
      </a:hlink>
      <a:folHlink>
        <a:srgbClr val="E34E4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 design_Copilot Layouts_win32_SD_V7" id="{D68CBEBD-98F0-4FAF-8687-8614116B2926}" vid="{DBF1F633-2586-48B7-A7E5-6478FA1D81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416ACBC-C288-4FE2-A121-1047B4270A6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D147B0A-A3D1-43B0-B0BE-D6581D3609D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A9D4D66-A82C-4C14-A5CE-108788051B7D}">
  <ds:schemaRefs>
    <ds:schemaRef ds:uri="71af3243-3dd4-4a8d-8c0d-dd76da1f02a5"/>
    <ds:schemaRef ds:uri="http://schemas.microsoft.com/office/2006/documentManagement/types"/>
    <ds:schemaRef ds:uri="http://purl.org/dc/terms/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purl.org/dc/dcmitype/"/>
    <ds:schemaRef ds:uri="230e9df3-be65-4c73-a93b-d1236ebd677e"/>
    <ds:schemaRef ds:uri="16c05727-aa75-4e4a-9b5f-8a80a1165891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</Words>
  <Application>Microsoft Office PowerPoint</Application>
  <PresentationFormat>Widescreen</PresentationFormat>
  <Paragraphs>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Bjorn</vt:lpstr>
      <vt:lpstr>Harmony HUb</vt:lpstr>
      <vt:lpstr>INdex and contact</vt:lpstr>
      <vt:lpstr>Artist and browse artist </vt:lpstr>
      <vt:lpstr>Java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45</cp:revision>
  <dcterms:created xsi:type="dcterms:W3CDTF">2026-05-04T21:43:02Z</dcterms:created>
  <dcterms:modified xsi:type="dcterms:W3CDTF">2026-05-04T22:02:15Z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